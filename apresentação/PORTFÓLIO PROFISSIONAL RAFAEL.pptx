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8f785d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8f785d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588f785d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588f785d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588f785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588f785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588f785d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588f785d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88f785d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588f785d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88f785d3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88f785d3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588f785d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588f785d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afael-boaventura-257a8b402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-8256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u="sng" dirty="0">
                <a:solidFill>
                  <a:schemeClr val="accent2"/>
                </a:solidFill>
              </a:rPr>
              <a:t>PORTFÓLIO PROFISSIONAL</a:t>
            </a:r>
            <a:endParaRPr sz="4800" u="sng" dirty="0">
              <a:solidFill>
                <a:schemeClr val="accent2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97658" y="99774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29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pt-BR" sz="1826" dirty="0">
                <a:solidFill>
                  <a:schemeClr val="dk1"/>
                </a:solidFill>
              </a:rPr>
              <a:t>Este é um portfólio feito por mim, estudante de Ciências da Computação, com o objetivo de mostrar minhas habilidades, projetos e evolução na área de tecnologia.</a:t>
            </a:r>
            <a:endParaRPr sz="1826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2900"/>
              </a:spcBef>
              <a:spcAft>
                <a:spcPts val="0"/>
              </a:spcAft>
              <a:buSzPts val="358"/>
              <a:buNone/>
            </a:pPr>
            <a:endParaRPr sz="91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32694" y="4488142"/>
            <a:ext cx="447861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</a:rPr>
              <a:t>Aluno: Rafael Augusto Corrêa Boaventura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026" name="Picture 2" descr="Bacharelado em Ciência da Computação — UNIVASF Universidade Federal do Vale  do São Francisco">
            <a:extLst>
              <a:ext uri="{FF2B5EF4-FFF2-40B4-BE49-F238E27FC236}">
                <a16:creationId xmlns:a16="http://schemas.microsoft.com/office/drawing/2014/main" id="{109241B5-4FA6-6EE6-A083-9B4971A73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298" y="2276346"/>
            <a:ext cx="4617404" cy="215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156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SOBRE MIM</a:t>
            </a:r>
            <a:endParaRPr sz="4000" u="sng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690" y="8283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Estudante de Ciências da Computação pelo CEUB.</a:t>
            </a:r>
            <a:endParaRPr dirty="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Busco aprendizado na área tecnológica e em outras, como por exemplo na área administrativa.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Sou jovem aprendiz no Senac.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Fluente em inglês.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Facilidade com tecnologia.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Trabalho na Estações </a:t>
            </a:r>
            <a:r>
              <a:rPr lang="pt-BR" dirty="0" err="1">
                <a:solidFill>
                  <a:schemeClr val="accent2"/>
                </a:solidFill>
              </a:rPr>
              <a:t>Cremeria</a:t>
            </a:r>
            <a:r>
              <a:rPr lang="pt-BR" dirty="0">
                <a:solidFill>
                  <a:schemeClr val="accent2"/>
                </a:solidFill>
              </a:rPr>
              <a:t>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052" name="Picture 4" descr="Ciência da Computação - Noturno">
            <a:extLst>
              <a:ext uri="{FF2B5EF4-FFF2-40B4-BE49-F238E27FC236}">
                <a16:creationId xmlns:a16="http://schemas.microsoft.com/office/drawing/2014/main" id="{5B2C5676-2265-B79C-4292-EE4F808D0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843" y="2243637"/>
            <a:ext cx="3482907" cy="217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13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OBJETIVO PROFISSIONAL</a:t>
            </a:r>
            <a:endParaRPr sz="4000" u="sng"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pt-BR" dirty="0">
                <a:solidFill>
                  <a:schemeClr val="accent2"/>
                </a:solidFill>
              </a:rPr>
              <a:t>Busco uma oportunidade como Jovem Aprendiz ou Estagiário, com foco em aprendizado prático, desenvolvimento profissional e contribuição ativa para a empresa, utilizando minha facilidade com tecnologia, inglês e interesse pela área de computação.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074" name="Picture 2" descr="Conheça a área de Ciência da Computação">
            <a:extLst>
              <a:ext uri="{FF2B5EF4-FFF2-40B4-BE49-F238E27FC236}">
                <a16:creationId xmlns:a16="http://schemas.microsoft.com/office/drawing/2014/main" id="{CE627B43-AE65-7DB7-3BB4-BFA9E9B4F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199" y="2860675"/>
            <a:ext cx="4165601" cy="192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13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FORMAÇÃO ACADÊMICA</a:t>
            </a:r>
            <a:endParaRPr sz="4000" u="sng"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Ensino Médio Completo.</a:t>
            </a:r>
            <a:endParaRPr dirty="0">
              <a:solidFill>
                <a:schemeClr val="accent2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Cursando Ciência da Computação.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>
                <a:solidFill>
                  <a:schemeClr val="accent2"/>
                </a:solidFill>
              </a:rPr>
              <a:t>Curso completo de inglês.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100" name="Picture 4" descr="Qual é a diferença entre Engenharia de Computação e Ciência da Computação?  » Castro Digital">
            <a:extLst>
              <a:ext uri="{FF2B5EF4-FFF2-40B4-BE49-F238E27FC236}">
                <a16:creationId xmlns:a16="http://schemas.microsoft.com/office/drawing/2014/main" id="{745B7A68-65F3-A7C9-7D40-01F425F3D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61" y="2833632"/>
            <a:ext cx="3390078" cy="173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173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HABILIDADES TÉCNICAS</a:t>
            </a:r>
            <a:endParaRPr sz="4000" u="sng"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2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pt-BR" dirty="0">
                <a:solidFill>
                  <a:schemeClr val="accent2"/>
                </a:solidFill>
              </a:rPr>
              <a:t>Facilidade com tecnologia e computadores</a:t>
            </a: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pt-BR" dirty="0">
                <a:solidFill>
                  <a:schemeClr val="accent2"/>
                </a:solidFill>
              </a:rPr>
              <a:t>Boa comunicação verbal e escrita</a:t>
            </a: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pt-BR" dirty="0">
                <a:solidFill>
                  <a:schemeClr val="accent2"/>
                </a:solidFill>
              </a:rPr>
              <a:t>Organização e responsabilidade</a:t>
            </a: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pt-BR" dirty="0">
                <a:solidFill>
                  <a:schemeClr val="accent2"/>
                </a:solidFill>
              </a:rPr>
              <a:t>Trabalho em equipe</a:t>
            </a: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pt-BR" dirty="0">
                <a:solidFill>
                  <a:schemeClr val="accent2"/>
                </a:solidFill>
              </a:rPr>
              <a:t>Aprendizado rápido</a:t>
            </a:r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pt-BR" dirty="0">
                <a:solidFill>
                  <a:schemeClr val="accent2"/>
                </a:solidFill>
              </a:rPr>
              <a:t>Proatividade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6146" name="Picture 2" descr="Ciencia da computacao Imagens – Download Grátis no Freepik">
            <a:extLst>
              <a:ext uri="{FF2B5EF4-FFF2-40B4-BE49-F238E27FC236}">
                <a16:creationId xmlns:a16="http://schemas.microsoft.com/office/drawing/2014/main" id="{4577A57F-CC4F-F5C2-6E87-AAD806712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061" y="1547180"/>
            <a:ext cx="2914239" cy="291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13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COMPETÊNCIAS PESSOAIS</a:t>
            </a:r>
            <a:endParaRPr sz="4000" u="sng" dirty="0"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949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accent2"/>
                </a:solidFill>
              </a:rPr>
              <a:t>Resolução de problemas</a:t>
            </a:r>
            <a:endParaRPr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accent2"/>
                </a:solidFill>
              </a:rPr>
              <a:t>Aprendizado rápido</a:t>
            </a:r>
            <a:endParaRPr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accent2"/>
                </a:solidFill>
              </a:rPr>
              <a:t>Organização</a:t>
            </a:r>
            <a:endParaRPr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accent2"/>
                </a:solidFill>
              </a:rPr>
              <a:t>Trabalho em equipe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accent2"/>
                </a:solidFill>
              </a:rPr>
              <a:t>Interesse em crescimento na área de tecnologia</a:t>
            </a:r>
          </a:p>
          <a:p>
            <a:pPr marL="285750" indent="-285750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pt-BR" dirty="0">
                <a:solidFill>
                  <a:schemeClr val="accent2"/>
                </a:solidFill>
              </a:rPr>
              <a:t>Comprometimento com horários e tarefa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5124" name="Picture 4" descr="Ciência da Computação - Brasil Escola">
            <a:extLst>
              <a:ext uri="{FF2B5EF4-FFF2-40B4-BE49-F238E27FC236}">
                <a16:creationId xmlns:a16="http://schemas.microsoft.com/office/drawing/2014/main" id="{0C458E95-24E1-28CC-A657-1BECE53D7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500" y="1636141"/>
            <a:ext cx="3207800" cy="187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260750" y="130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PROJETOS INICIAIS</a:t>
            </a:r>
            <a:endParaRPr sz="5700" u="sng" dirty="0"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143700" y="818825"/>
            <a:ext cx="9000300" cy="4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1200"/>
              </a:spcBef>
              <a:buNone/>
            </a:pPr>
            <a:r>
              <a:rPr lang="pt-BR" sz="1000" dirty="0">
                <a:solidFill>
                  <a:srgbClr val="FF0000"/>
                </a:solidFill>
              </a:rPr>
              <a:t>PROJETO DE LÓGICA DE PROGRAMAÇÃO</a:t>
            </a:r>
          </a:p>
          <a:p>
            <a:pPr marL="0" lvl="0" indent="0" algn="ctr">
              <a:spcBef>
                <a:spcPts val="1200"/>
              </a:spcBef>
              <a:buNone/>
            </a:pPr>
            <a:r>
              <a:rPr lang="pt-BR" sz="1000" dirty="0">
                <a:solidFill>
                  <a:schemeClr val="dk1"/>
                </a:solidFill>
              </a:rPr>
              <a:t>•Exercícios com </a:t>
            </a:r>
            <a:r>
              <a:rPr lang="pt-BR" sz="1000" dirty="0" err="1">
                <a:solidFill>
                  <a:schemeClr val="dk1"/>
                </a:solidFill>
              </a:rPr>
              <a:t>Portugol</a:t>
            </a:r>
            <a:r>
              <a:rPr lang="pt-BR" sz="1000" dirty="0">
                <a:solidFill>
                  <a:schemeClr val="dk1"/>
                </a:solidFill>
              </a:rPr>
              <a:t>, fluxogramas e pseudocódigos.</a:t>
            </a:r>
          </a:p>
          <a:p>
            <a:pPr marL="0" lvl="0" indent="0" algn="ctr">
              <a:spcBef>
                <a:spcPts val="1200"/>
              </a:spcBef>
              <a:buNone/>
            </a:pPr>
            <a:r>
              <a:rPr lang="pt-BR" sz="1000" dirty="0">
                <a:solidFill>
                  <a:schemeClr val="dk1"/>
                </a:solidFill>
              </a:rPr>
              <a:t>•Desenvolvimento de raciocínio lógico.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dirty="0"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7030A0"/>
                </a:solidFill>
              </a:rPr>
              <a:t>FOGUETE ESCOLAR</a:t>
            </a:r>
            <a:endParaRPr sz="1000" dirty="0">
              <a:solidFill>
                <a:srgbClr val="7030A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•Fiz um projeto de lançamento de foguete com uma equipe utilizando reação química (vinagre + bicarbonato) e outros componentes.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</a:rPr>
              <a:t>•Utilizamos da lógica, da matemática e um pouco de IA, que são áreas fundamentais da TI, que nos auxiliam.</a:t>
            </a: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00B050"/>
                </a:solidFill>
              </a:rPr>
              <a:t>MÚSICAS, VÍDEOS E PROGRAMAS DE GRAVAÇÃO</a:t>
            </a:r>
          </a:p>
          <a:p>
            <a:pPr marL="0" lvl="0" indent="0" algn="ctr">
              <a:spcBef>
                <a:spcPts val="1200"/>
              </a:spcBef>
              <a:buNone/>
            </a:pPr>
            <a:r>
              <a:rPr lang="pt-BR" sz="1000" dirty="0">
                <a:solidFill>
                  <a:schemeClr val="dk1"/>
                </a:solidFill>
              </a:rPr>
              <a:t>• </a:t>
            </a:r>
            <a:r>
              <a:rPr lang="pt-BR" sz="1000" dirty="0">
                <a:solidFill>
                  <a:schemeClr val="tx1"/>
                </a:solidFill>
              </a:rPr>
              <a:t>Compus mais de 10 músicas todas em inglês, fiz a melodia, gravei voz e instrumentos utilizando programas como o </a:t>
            </a:r>
            <a:r>
              <a:rPr lang="pt-BR" sz="1000" dirty="0" err="1">
                <a:solidFill>
                  <a:schemeClr val="tx1"/>
                </a:solidFill>
              </a:rPr>
              <a:t>Flstudio</a:t>
            </a:r>
            <a:r>
              <a:rPr lang="pt-BR" sz="1000" dirty="0">
                <a:solidFill>
                  <a:schemeClr val="tx1"/>
                </a:solidFill>
              </a:rPr>
              <a:t>.</a:t>
            </a:r>
          </a:p>
          <a:p>
            <a:pPr marL="0" lvl="0" indent="0" algn="ctr">
              <a:spcBef>
                <a:spcPts val="1200"/>
              </a:spcBef>
              <a:buNone/>
            </a:pPr>
            <a:r>
              <a:rPr lang="pt-BR" sz="1000" dirty="0">
                <a:solidFill>
                  <a:schemeClr val="dk1"/>
                </a:solidFill>
              </a:rPr>
              <a:t>• </a:t>
            </a:r>
            <a:r>
              <a:rPr lang="pt-BR" sz="1000" dirty="0">
                <a:solidFill>
                  <a:schemeClr val="tx1"/>
                </a:solidFill>
              </a:rPr>
              <a:t>Gravei e editei diversos vídeos para meu canal do Youtube, além de fazer </a:t>
            </a:r>
            <a:r>
              <a:rPr lang="pt-BR" sz="1000" dirty="0" err="1">
                <a:solidFill>
                  <a:schemeClr val="tx1"/>
                </a:solidFill>
              </a:rPr>
              <a:t>thumbnails</a:t>
            </a:r>
            <a:r>
              <a:rPr lang="pt-BR" sz="1000" dirty="0">
                <a:solidFill>
                  <a:schemeClr val="tx1"/>
                </a:solidFill>
              </a:rPr>
              <a:t> usando aplicativos como o Canva e </a:t>
            </a:r>
            <a:r>
              <a:rPr lang="pt-BR" sz="1000" dirty="0" err="1">
                <a:solidFill>
                  <a:schemeClr val="tx1"/>
                </a:solidFill>
              </a:rPr>
              <a:t>DavinciResolve</a:t>
            </a:r>
            <a:r>
              <a:rPr lang="pt-BR" sz="1000" dirty="0">
                <a:solidFill>
                  <a:schemeClr val="tx1"/>
                </a:solidFill>
              </a:rPr>
              <a:t>.</a:t>
            </a: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164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 dirty="0"/>
              <a:t>CONTATO</a:t>
            </a:r>
            <a:endParaRPr sz="4000" u="sng" dirty="0"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•</a:t>
            </a:r>
            <a:r>
              <a:rPr lang="pt-BR" sz="1700" dirty="0">
                <a:solidFill>
                  <a:schemeClr val="tx1"/>
                </a:solidFill>
              </a:rPr>
              <a:t>Email: rafaboaventura2008@gmail.com</a:t>
            </a:r>
            <a:endParaRPr sz="1700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dirty="0">
                <a:solidFill>
                  <a:schemeClr val="tx1"/>
                </a:solidFill>
              </a:rPr>
              <a:t>•Telefone: (61) 982042547</a:t>
            </a:r>
            <a:endParaRPr sz="17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pt-BR" sz="1700" dirty="0">
                <a:solidFill>
                  <a:schemeClr val="tx1"/>
                </a:solidFill>
              </a:rPr>
              <a:t>•LinkedIn: </a:t>
            </a:r>
            <a:r>
              <a:rPr lang="pt-BR" sz="1700" dirty="0">
                <a:solidFill>
                  <a:schemeClr val="tx1"/>
                </a:solidFill>
                <a:hlinkClick r:id="rId3"/>
              </a:rPr>
              <a:t>https://www.linkedin.com/in/rafael-boaventura-257a8b402/</a:t>
            </a:r>
            <a:endParaRPr lang="pt-BR" sz="17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1200"/>
              </a:spcBef>
              <a:buNone/>
            </a:pPr>
            <a:endParaRPr dirty="0"/>
          </a:p>
        </p:txBody>
      </p:sp>
      <p:pic>
        <p:nvPicPr>
          <p:cNvPr id="7172" name="Picture 4" descr="UNIFAN - TI em alta: por que Ciência da Computação e Engenharia de  Computação estão entre os cursos mais promissores de 2025">
            <a:extLst>
              <a:ext uri="{FF2B5EF4-FFF2-40B4-BE49-F238E27FC236}">
                <a16:creationId xmlns:a16="http://schemas.microsoft.com/office/drawing/2014/main" id="{7A625198-0843-CC46-8BB0-4AE9EE7FC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745" y="2915967"/>
            <a:ext cx="3224510" cy="215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Apresentação na tela (16:9)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PORTFÓLIO PROFISSIONAL</vt:lpstr>
      <vt:lpstr>SOBRE MIM</vt:lpstr>
      <vt:lpstr>OBJETIVO PROFISSIONAL</vt:lpstr>
      <vt:lpstr>FORMAÇÃO ACADÊMICA</vt:lpstr>
      <vt:lpstr>HABILIDADES TÉCNICAS</vt:lpstr>
      <vt:lpstr>COMPETÊNCIAS PESSOAIS</vt:lpstr>
      <vt:lpstr>PROJETOS INICIAIS</vt:lpstr>
      <vt:lpstr>CONTATO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Rafael</dc:creator>
  <cp:lastModifiedBy>Rafael Augusto</cp:lastModifiedBy>
  <cp:revision>1</cp:revision>
  <dcterms:modified xsi:type="dcterms:W3CDTF">2026-04-13T00:42:14Z</dcterms:modified>
</cp:coreProperties>
</file>